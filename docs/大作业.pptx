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65" r:id="rId4"/>
    <p:sldId id="26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59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算法</a:t>
            </a:r>
            <a:r>
              <a:rPr lang="zh-CN" altLang="en-US" sz="3600" dirty="0"/>
              <a:t>测试用例生成与自我验证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6466"/>
            <a:ext cx="10515600" cy="54611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项目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简介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本项目旨在让你扮演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出题人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解题人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双重角色。你需要设计一个程序，能够自动生成特定类型的算法问题测试用例，并运用课程所学的多种算法（如分治、贪心、回溯等）进行求解。通过对比不同算法在自建测试集上的性能表现，加深你对算法特性与适用场景的理解。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algn="just">
              <a:lnSpc>
                <a:spcPct val="120000"/>
              </a:lnSpc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二、任务描述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1" indent="457200" algn="just">
              <a:lnSpc>
                <a:spcPct val="12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请任选一类或几类你感兴趣的算法题目（来源不限，可以是课后习题或经典问题），完成以下三个步骤：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）测试用例生成：编写程序，自动生成该算法问题的随机测试用例。例如，针对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区间调度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问题，你的程序应能生成一批具有不同开始时间、结束时间与权重的随机任务。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buNone/>
            </a:pP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59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算法</a:t>
            </a:r>
            <a:r>
              <a:rPr lang="zh-CN" altLang="en-US" sz="3600" dirty="0"/>
              <a:t>测试用例生成与自我验证平台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6466"/>
            <a:ext cx="10515600" cy="5461175"/>
          </a:xfrm>
        </p:spPr>
        <p:txBody>
          <a:bodyPr>
            <a:normAutofit lnSpcReduction="10000"/>
          </a:bodyPr>
          <a:lstStyle/>
          <a:p>
            <a:pPr marL="0" algn="just">
              <a:lnSpc>
                <a:spcPct val="120000"/>
              </a:lnSpc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二、任务描述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）多算法求解与实现：针对你生成的测试用例，使用至少两种不同的算法策略进行求解。请清晰地实现这些算法。例如，对于同一个问题，可以分别尝试：穷举（回溯）算法与分治算法、贪心算法与动态规划。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457200" algn="just">
              <a:lnSpc>
                <a:spcPct val="120000"/>
              </a:lnSpc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）性能分析与总结：设计不同规模的测试用例（如从小数据量到大数据量），运行并记录各算法的表现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algn="just">
              <a:lnSpc>
                <a:spcPct val="120000"/>
              </a:lnSpc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三、提交内容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algn="just">
              <a:lnSpc>
                <a:spcPct val="120000"/>
              </a:lnSpc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源码：编程语言不限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实验报告：包括设计思路、核心代码说明、实验结果分析和总结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1" algn="just">
              <a:lnSpc>
                <a:spcPct val="12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四、提交时间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课程结束后三周内提交（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2026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23:59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提交）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59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算法</a:t>
            </a:r>
            <a:r>
              <a:rPr lang="zh-CN" altLang="en-US" sz="3600" dirty="0"/>
              <a:t>测试用例生成与自我验证平台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6466"/>
            <a:ext cx="10515600" cy="5461175"/>
          </a:xfrm>
        </p:spPr>
        <p:txBody>
          <a:bodyPr>
            <a:normAutofit lnSpcReduction="10000"/>
          </a:bodyPr>
          <a:lstStyle/>
          <a:p>
            <a:pPr marL="0" algn="just">
              <a:lnSpc>
                <a:spcPct val="120000"/>
              </a:lnSpc>
              <a:buClrTx/>
              <a:buSzTx/>
              <a:buNone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五、提交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方式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ClrTx/>
              <a:buSzTx/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．在截止日期前，通过邮件，把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格式或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PDF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格式的文档作为附件发送到邮箱：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smbu_program25@163.com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ClrTx/>
              <a:buSzTx/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．邮件标题及文档文件名均为：学号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姓名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班级号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大作业，如：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“1120210000+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张三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+4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班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大作业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WPS 演示</Application>
  <PresentationFormat>宽屏</PresentationFormat>
  <Paragraphs>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等线</vt:lpstr>
      <vt:lpstr>Times New Roman</vt:lpstr>
      <vt:lpstr>微软雅黑</vt:lpstr>
      <vt:lpstr>Calibri</vt:lpstr>
      <vt:lpstr>Arial Unicode MS</vt:lpstr>
      <vt:lpstr>WPS</vt:lpstr>
      <vt:lpstr>算法测试用例生成与自我验证</vt:lpstr>
      <vt:lpstr>算法测试用例生成与自我验证平台</vt:lpstr>
      <vt:lpstr>算法测试用例生成与自我验证平台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 Sun</dc:creator>
  <cp:lastModifiedBy>孙澈</cp:lastModifiedBy>
  <cp:revision>32</cp:revision>
  <dcterms:created xsi:type="dcterms:W3CDTF">2023-08-09T12:44:00Z</dcterms:created>
  <dcterms:modified xsi:type="dcterms:W3CDTF">2025-11-17T01:12:39Z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0FFB374EF87741258E9EC42A4DEF22FC_13</vt:lpwstr>
  </property>
</Properties>
</file>